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CIPSA OrderX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Guía de Uso - Sistema de Cotizaciones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v6.0.0 | G360 by ccusi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Flujo Principal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16200000">
              <a:srgbClr val="00000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554480"/>
            <a:ext cx="548640" cy="5486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Buscar Cliente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 RUC o código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 desde Supabase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371600"/>
            <a:ext cx="182880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162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0" y="1554480"/>
            <a:ext cx="548640" cy="5486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65176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Cargar ERP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51760" y="27432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Pegar texto del ERP (Ctrl+V)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28 columnas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182880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162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0" y="1554480"/>
            <a:ext cx="548640" cy="5486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5488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Completar Pedido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54880" y="27432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N° Pedido, Correo Vendedor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Sucursal (opcional)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371600"/>
            <a:ext cx="1828800" cy="22860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162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06640" y="1554480"/>
            <a:ext cx="548640" cy="54864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858000" y="22860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27432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XLSX / DOCX / HTML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Según la página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Búsqueda de Clientes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Autocomplete Supabase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• Escribir RUC (11 dígitos) o código del cliente
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• Sistema busca en tabla "ventas" de Supabase
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• Prioriza coincidencia exacta en código
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• Auto-completa: Cliente, RUC, Código, Vendedor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Campos auto-completados: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  CLIENTE | RUC | CÓDIGO CLIENTE | CÓDIGO VENDEDOR | VENDEDOR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Exportaciones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16200000">
              <a:srgbClr val="00000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XLSX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con fórmulas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prominentes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CIPSA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Página: Home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2743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162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0624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📝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474720" y="22860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DOCX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74720" y="27432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Carta corporativa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Condiciones comerciales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Firma vendedor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Página: Home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560320" cy="2743200"/>
          </a:xfrm>
          <a:prstGeom prst="round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162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04088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📄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309360" y="22860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09360" y="27432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 distribución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Gráfico mariposa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Dark/Light theme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09360" y="36576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Página: Distribución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Sidebar Expandible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Navegación por secciones:
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📦 NAVEGACIÓN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   • Pedidos — Página principal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   • Distribución — Programación de letras
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⚡ ACCIONES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   • Análisis — Gráficos de disponibilidad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   • Stock — Alertas de inventario
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📥 EXPORTAR (context-aware)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   • Home: XLSX + DOCX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   • Distribución: HTML
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Atajos de Teclado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411480"/>
          </a:xfrm>
          <a:prstGeom prst="roundRect">
            <a:avLst/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Ctrl+V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0" y="11887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Pegar datos del ERP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8229600" cy="41148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916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Alt+3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0" y="16916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análisis gráfico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8229600" cy="411480"/>
          </a:xfrm>
          <a:prstGeom prst="roundRect">
            <a:avLst/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945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Alt+4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0" y="21945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a distribución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8229600" cy="41148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697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Alt+5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26974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alertas de stock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411480"/>
          </a:xfrm>
          <a:prstGeom prst="roundRect">
            <a:avLst/>
          </a:prstGeom>
          <a:solidFill>
            <a:srgbClr val="DBEAF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200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Alt+G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743200" y="32004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Guardar HTML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8229600" cy="411480"/>
          </a:xfrm>
          <a:prstGeom prst="round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7033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Alt+L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43200" y="37033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bóveda HTML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206240"/>
            <a:ext cx="8229600" cy="411480"/>
          </a:xfrm>
          <a:prstGeom prst="roundRect">
            <a:avLst/>
          </a:prstGeom>
          <a:solidFill>
            <a:srgbClr val="DBEAF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0624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Alt+N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0" y="42062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Limpiar pedido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Tabla de Partidas Mejorada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13 columnas con colgroup simétrico
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• Encabezados a 2 líneas (etiqueta + unidad)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• Ordenamiento en headers (click → ▲▼)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• Filtro de stock: Todos / Con stock / Sin stock
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• Nueva columna CAJAS para logística
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Distribución de ancho (%):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N° 3% | Cant 6% | U/M 4% | SKU 7% | Desc 24% | P.Lista 7% | Dto1 5% | Dto2 5% | Neto 9% | P.Unit 7% | TOTAL 10% | Cajas 6% | Tipo 7%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Descripción con clamp de 2 líneas (máx 40 caracteres)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¿Necesitas ayuda?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G360 by ccusi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CIPSA OrderX v6.0.0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Paleta Corporativa Azul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502920"/>
          </a:xfrm>
          <a:prstGeom prst="roundRect">
            <a:avLst/>
          </a:prstGeom>
          <a:solidFill>
            <a:srgbClr val="2563E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Acento Principal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17520" y="1188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#2563EB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0" y="11887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Azul corporativo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502920"/>
          </a:xfrm>
          <a:prstGeom prst="roundRect">
            <a:avLst/>
          </a:prstGeom>
          <a:solidFill>
            <a:srgbClr val="1D4ED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Acento Claro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17520" y="17830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#1D4ED8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0" y="178308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claro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8229600" cy="502920"/>
          </a:xfrm>
          <a:prstGeom prst="roundRect">
            <a:avLst/>
          </a:prstGeom>
          <a:solidFill>
            <a:srgbClr val="1E40A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377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17520" y="23774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#1E40AF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0" y="23774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Gradiente azul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8229600" cy="502920"/>
          </a:xfrm>
          <a:prstGeom prst="roundRect">
            <a:avLst/>
          </a:prstGeom>
          <a:solidFill>
            <a:srgbClr val="10B981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7180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17520" y="2971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#10B981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297180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OK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8229600" cy="502920"/>
          </a:xfrm>
          <a:prstGeom prst="roundRect">
            <a:avLst/>
          </a:prstGeom>
          <a:solidFill>
            <a:srgbClr val="F59E0B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5661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017520" y="35661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#F59E0B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0" y="356616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ajustado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160520"/>
            <a:ext cx="8229600" cy="502920"/>
          </a:xfrm>
          <a:prstGeom prst="roundRect">
            <a:avLst/>
          </a:prstGeom>
          <a:solidFill>
            <a:srgbClr val="EF4444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16052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17520" y="41605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#EF4444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0" y="41605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Agotado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¿Necesitas ayuda?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G360 by ccusi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CIPSA OrderX v6.0.0 — Paleta Azul Corporativa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CIPSA OrderX - Guía de Uso</dc:title>
  <dc:subject>PptxGenJS Presentation</dc:subject>
  <dc:creator>G360 by ccusi</dc:creator>
  <cp:lastModifiedBy>G360 by ccusi</cp:lastModifiedBy>
  <cp:revision>1</cp:revision>
  <dcterms:created xsi:type="dcterms:W3CDTF">2026-09-22T02:11:40Z</dcterms:created>
  <dcterms:modified xsi:type="dcterms:W3CDTF">2026-09-22T02:11:40Z</dcterms:modified>
</cp:coreProperties>
</file>