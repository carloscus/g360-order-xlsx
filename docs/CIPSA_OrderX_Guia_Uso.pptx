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CIPSA OrderX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Uso - Sistema de Cotizaciones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v6.0.0 | G360 by ccusi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554480"/>
            <a:ext cx="548640" cy="548640"/>
          </a:xfrm>
          <a:prstGeom prst="rect">
            <a:avLst/>
          </a:prstGeom>
          <a:solidFill>
            <a:srgbClr val="0079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Cliente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RUC o código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 desde Supabase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82880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554480"/>
            <a:ext cx="548640" cy="548640"/>
          </a:xfrm>
          <a:prstGeom prst="rect">
            <a:avLst/>
          </a:prstGeom>
          <a:solidFill>
            <a:srgbClr val="0079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ERP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Pegar texto del ERP (Ctrl+V)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28 columnas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82880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1554480"/>
            <a:ext cx="548640" cy="548640"/>
          </a:xfrm>
          <a:prstGeom prst="rect">
            <a:avLst/>
          </a:prstGeom>
          <a:solidFill>
            <a:srgbClr val="0079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Pedido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N° Pedido, Correo Vendedor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Sucursal (opcional)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371600"/>
            <a:ext cx="182880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0" y="1554480"/>
            <a:ext cx="548640" cy="548640"/>
          </a:xfrm>
          <a:prstGeom prst="rect">
            <a:avLst/>
          </a:prstGeom>
          <a:solidFill>
            <a:srgbClr val="0079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 / DOCX / 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la página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Clientes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Autocomplete Supabase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Escribir RUC (11 dígitos) o código del cliente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Sistema busca en tabla "ventas" de Supabase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Prioriza coincidencia exacta en código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• Auto-completa: Cliente, RUC, Código, Vendedor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</a:rPr>
              <a:t>Campos auto-completados: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  CLIENTE | RUC | CÓDIGO CLIENTE | CÓDIGO VENDEDOR | VENDEDOR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con fórmulas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prominentes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CIPSA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Página: Home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7432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corporativa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vendedor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Página: Home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7432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distribución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mariposa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theme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Página: Distribución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Expandible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Navegación por secciones:
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</a:rPr>
              <a:t>📦 NAVEGACIÓN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• Pedidos — Página principal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• Distribución — Programación de letras
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</a:rPr>
              <a:t>⚡ ACCIONES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• Análisis — Gráficos de disponibilidad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• Stock — Alertas de inventario
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</a:rPr>
              <a:t>📥 EXPORTAR (context-aware)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• Home: XLSX + DOCX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• Distribución: HTML
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Atajos de Teclado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11480"/>
          </a:xfrm>
          <a:prstGeom prst="roundRect">
            <a:avLst/>
          </a:prstGeom>
          <a:solidFill>
            <a:srgbClr val="E0F2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Ctrl+V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188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Pegar datos del ERP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114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análisis gráfico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411480"/>
          </a:xfrm>
          <a:prstGeom prst="roundRect">
            <a:avLst/>
          </a:prstGeom>
          <a:solidFill>
            <a:srgbClr val="E0F2F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a distribución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4114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alertas de stock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411480"/>
          </a:xfrm>
          <a:prstGeom prst="roundRect">
            <a:avLst/>
          </a:prstGeom>
          <a:solidFill>
            <a:srgbClr val="E0F2F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200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HTML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4114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703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bóveda HTML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411480"/>
          </a:xfrm>
          <a:prstGeom prst="roundRect">
            <a:avLst/>
          </a:prstGeom>
          <a:solidFill>
            <a:srgbClr val="E0F2F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Alt+N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4206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Limpiar pedido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¿Necesitas ayuda?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G360 by ccusi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CIPSA OrderX v6.0.0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CIPSA OrderX - Guía de Uso</dc:title>
  <dc:subject>PptxGenJS Presentation</dc:subject>
  <dc:creator>G360 by ccusi</dc:creator>
  <cp:lastModifiedBy>G360 by ccusi</cp:lastModifiedBy>
  <cp:revision>1</cp:revision>
  <dcterms:created xsi:type="dcterms:W3CDTF">2026-09-17T16:18:38Z</dcterms:created>
  <dcterms:modified xsi:type="dcterms:W3CDTF">2026-09-17T16:18:38Z</dcterms:modified>
</cp:coreProperties>
</file>